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en 10 segundos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783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783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30952" y="178308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78308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783080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1.3%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3.800.400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156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18872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bar_channel_views_ig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label_channel_views_ig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bar_channel_views_fb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label_channel_views_fb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bar_channel_views_tt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label_channel_views_tt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18872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bar_channel_reach_ig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label_channel_reach_ig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bar_channel_reach_fb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label_channel_reach_fb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bar_channel_reach_tt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label_channel_reach_tt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18872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bar_channel_er_ig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label_channel_er_ig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bar_channel_er_fb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label_channel_er_fb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bar_channel_er_tt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label_channel_er_tt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bar_ig_mix_stories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label_ig_mix_stories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bar_ig_mix_reels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label_ig_mix_reels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bar_ig_mix_carousels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label_ig_mix_carousels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bar_ig_top_1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label_ig_top_1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bar_ig_top_2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label_ig_top_2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bar_ig_top_3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label_ig_top_3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bar_fb_top_1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label_fb_top_1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bar_fb_top_2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label_fb_top_2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bar_fb_top_3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label_fb_top_3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286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bar_fb_format_stories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label_fb_format_stories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bar_fb_format_reels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label_fb_format_reels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bar_fb_format_carousels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label_fb_format_carousels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bar_fb_format_post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label_fb_format_post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bar_tt_age_18_24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label_tt_age_18_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bar_tt_age_25_34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label_tt_age_25_34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bar_tt_age_35_44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label_tt_age_35_44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bar_tt_age_45_54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label_tt_age_45_54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bar_tt_age_55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label_tt_age_55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28600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bar_tt_top_1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label_tt_top_1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bar_tt_top_2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label_tt_top_2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bar_tt_top_3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label_tt_top_3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70992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709928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bar_squad_views_skar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label_squad_views_skar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bar_squad_views_busquilla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label_squad_views_busquilla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bar_squad_views_cami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label_squad_views_cami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bar_squad_views_disley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label_squad_views_disley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92040" y="22860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bar_squad_er_skar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label_squad_er_skar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bar_squad_er_busquilla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label_squad_er_busquilla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bar_squad_er_cami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label_squad_er_cami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bar_squad_er_disley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label_squad_er_disley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70% creators de performance, 20% nichos estratégicos, 10% apuestas en tendencia.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80136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80136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80136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80136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65176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Competidores activan Pinterest-like, creators, eventos y contenido humano. Maicao puede diferenciarse con utilidad + cercanía + retail expertise.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OpenAI</cp:lastModifiedBy>
  <cp:revision>1</cp:revision>
  <dcterms:created xsi:type="dcterms:W3CDTF">2026-05-12T11:56:18Z</dcterms:created>
  <dcterms:modified xsi:type="dcterms:W3CDTF">2026-05-12T11:56:18Z</dcterms:modified>
</cp:coreProperties>
</file>